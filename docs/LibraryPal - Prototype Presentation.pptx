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Newsreader"/>
      <p:regular r:id="rId11"/>
      <p:bold r:id="rId12"/>
      <p:italic r:id="rId13"/>
      <p:boldItalic r:id="rId14"/>
    </p:embeddedFont>
    <p:embeddedFont>
      <p:font typeface="DM Sans Light"/>
      <p:regular r:id="rId15"/>
      <p:bold r:id="rId16"/>
      <p:italic r:id="rId17"/>
      <p:boldItalic r:id="rId18"/>
    </p:embeddedFont>
    <p:embeddedFont>
      <p:font typeface="DM Sans SemiBold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  <p:embeddedFont>
      <p:font typeface="Newsreader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NewsreaderSemiBold-boldItalic.fntdata"/><Relationship Id="rId20" Type="http://schemas.openxmlformats.org/officeDocument/2006/relationships/font" Target="fonts/DMSansSemiBold-bold.fntdata"/><Relationship Id="rId22" Type="http://schemas.openxmlformats.org/officeDocument/2006/relationships/font" Target="fonts/DMSansSemiBold-boldItalic.fntdata"/><Relationship Id="rId21" Type="http://schemas.openxmlformats.org/officeDocument/2006/relationships/font" Target="fonts/DMSansSemiBold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8" Type="http://schemas.openxmlformats.org/officeDocument/2006/relationships/font" Target="fonts/NewsreaderSemiBold-bold.fntdata"/><Relationship Id="rId27" Type="http://schemas.openxmlformats.org/officeDocument/2006/relationships/font" Target="fonts/NewsreaderSemiBold-regular.fntdata"/><Relationship Id="rId29" Type="http://schemas.openxmlformats.org/officeDocument/2006/relationships/font" Target="fonts/NewsreaderSemiBold-italic.fntdata"/><Relationship Id="rId11" Type="http://schemas.openxmlformats.org/officeDocument/2006/relationships/font" Target="fonts/Newsreader-regular.fntdata"/><Relationship Id="rId10" Type="http://schemas.openxmlformats.org/officeDocument/2006/relationships/slide" Target="slides/slide4.xml"/><Relationship Id="rId13" Type="http://schemas.openxmlformats.org/officeDocument/2006/relationships/font" Target="fonts/Newsreader-italic.fntdata"/><Relationship Id="rId12" Type="http://schemas.openxmlformats.org/officeDocument/2006/relationships/font" Target="fonts/Newsreader-bold.fntdata"/><Relationship Id="rId15" Type="http://schemas.openxmlformats.org/officeDocument/2006/relationships/font" Target="fonts/DMSansLight-regular.fntdata"/><Relationship Id="rId14" Type="http://schemas.openxmlformats.org/officeDocument/2006/relationships/font" Target="fonts/Newsreader-boldItalic.fntdata"/><Relationship Id="rId17" Type="http://schemas.openxmlformats.org/officeDocument/2006/relationships/font" Target="fonts/DMSansLight-italic.fntdata"/><Relationship Id="rId16" Type="http://schemas.openxmlformats.org/officeDocument/2006/relationships/font" Target="fonts/DMSansLight-bold.fntdata"/><Relationship Id="rId19" Type="http://schemas.openxmlformats.org/officeDocument/2006/relationships/font" Target="fonts/DMSansSemiBold-regular.fntdata"/><Relationship Id="rId18" Type="http://schemas.openxmlformats.org/officeDocument/2006/relationships/font" Target="fonts/DMSans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bde47c8b7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fbde47c8b7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de47c8b7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bde47c8b7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bde47c8b7_0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fbde47c8b7_0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bde47c8b7_0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bde47c8b7_0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997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LibraryPal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Toni Graham </a:t>
            </a:r>
            <a:r>
              <a:rPr lang="en"/>
              <a:t>and </a:t>
            </a:r>
            <a:r>
              <a:rPr lang="en"/>
              <a:t>Ashlyn Willard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677400" y="1801512"/>
            <a:ext cx="3492600" cy="16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LibraryPal makes it easier to connect with local libraries within your community. It provides convenient ways to request, schedule, and pick up/drop off books.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/>
          <p:nvPr/>
        </p:nvSpPr>
        <p:spPr>
          <a:xfrm>
            <a:off x="4565475" y="732776"/>
            <a:ext cx="4578600" cy="127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68"/>
          <p:cNvSpPr/>
          <p:nvPr/>
        </p:nvSpPr>
        <p:spPr>
          <a:xfrm>
            <a:off x="4565475" y="2009342"/>
            <a:ext cx="4578600" cy="127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4565475" y="3281209"/>
            <a:ext cx="4578600" cy="1276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6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LibraryPal</a:t>
            </a:r>
            <a:endParaRPr/>
          </a:p>
        </p:txBody>
      </p:sp>
      <p:sp>
        <p:nvSpPr>
          <p:cNvPr id="526" name="Google Shape;526;p68"/>
          <p:cNvSpPr txBox="1"/>
          <p:nvPr>
            <p:ph idx="2" type="body"/>
          </p:nvPr>
        </p:nvSpPr>
        <p:spPr>
          <a:xfrm>
            <a:off x="4845475" y="1230913"/>
            <a:ext cx="38601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Customer </a:t>
            </a:r>
            <a:r>
              <a:rPr b="1" lang="en"/>
              <a:t>Dashboard</a:t>
            </a:r>
            <a:r>
              <a:rPr lang="en"/>
              <a:t> - quick access to books, profile, etc.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My Profile</a:t>
            </a:r>
            <a:r>
              <a:rPr lang="en"/>
              <a:t> - manage personal info, settings, library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My Requests</a:t>
            </a:r>
            <a:r>
              <a:rPr lang="en"/>
              <a:t> - manage book requests/reservations, view past and current requests</a:t>
            </a:r>
            <a:endParaRPr/>
          </a:p>
        </p:txBody>
      </p:sp>
      <p:sp>
        <p:nvSpPr>
          <p:cNvPr id="527" name="Google Shape;527;p68"/>
          <p:cNvSpPr txBox="1"/>
          <p:nvPr>
            <p:ph idx="3" type="subTitle"/>
          </p:nvPr>
        </p:nvSpPr>
        <p:spPr>
          <a:xfrm>
            <a:off x="4845475" y="968430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</a:t>
            </a:r>
            <a:r>
              <a:rPr lang="en"/>
              <a:t>Center</a:t>
            </a:r>
            <a:endParaRPr/>
          </a:p>
        </p:txBody>
      </p:sp>
      <p:sp>
        <p:nvSpPr>
          <p:cNvPr id="528" name="Google Shape;528;p68"/>
          <p:cNvSpPr txBox="1"/>
          <p:nvPr>
            <p:ph idx="4" type="body"/>
          </p:nvPr>
        </p:nvSpPr>
        <p:spPr>
          <a:xfrm>
            <a:off x="4845475" y="2547917"/>
            <a:ext cx="3860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Browse Books</a:t>
            </a:r>
            <a:r>
              <a:rPr lang="en"/>
              <a:t> - browse catalog of a selected library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Find a Library</a:t>
            </a:r>
            <a:r>
              <a:rPr lang="en"/>
              <a:t> - search for and view local libraries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Book/Library Details</a:t>
            </a:r>
            <a:r>
              <a:rPr lang="en"/>
              <a:t> - learn more information about the library/book and write reviews</a:t>
            </a:r>
            <a:endParaRPr/>
          </a:p>
        </p:txBody>
      </p:sp>
      <p:sp>
        <p:nvSpPr>
          <p:cNvPr id="529" name="Google Shape;529;p68"/>
          <p:cNvSpPr txBox="1"/>
          <p:nvPr>
            <p:ph idx="5" type="subTitle"/>
          </p:nvPr>
        </p:nvSpPr>
        <p:spPr>
          <a:xfrm>
            <a:off x="4845475" y="2215257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Catalog</a:t>
            </a:r>
            <a:endParaRPr/>
          </a:p>
        </p:txBody>
      </p:sp>
      <p:sp>
        <p:nvSpPr>
          <p:cNvPr id="530" name="Google Shape;530;p68"/>
          <p:cNvSpPr txBox="1"/>
          <p:nvPr>
            <p:ph idx="6" type="body"/>
          </p:nvPr>
        </p:nvSpPr>
        <p:spPr>
          <a:xfrm>
            <a:off x="4845475" y="3834106"/>
            <a:ext cx="3731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Schedule Pickup</a:t>
            </a:r>
            <a:r>
              <a:rPr lang="en"/>
              <a:t> - schedule time for pickup/drop-off of books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Donate Books</a:t>
            </a:r>
            <a:r>
              <a:rPr lang="en"/>
              <a:t> - schedule donation of books for selected library</a:t>
            </a:r>
            <a:endParaRPr/>
          </a:p>
        </p:txBody>
      </p:sp>
      <p:sp>
        <p:nvSpPr>
          <p:cNvPr id="531" name="Google Shape;531;p68"/>
          <p:cNvSpPr txBox="1"/>
          <p:nvPr>
            <p:ph idx="7" type="subTitle"/>
          </p:nvPr>
        </p:nvSpPr>
        <p:spPr>
          <a:xfrm>
            <a:off x="4845475" y="3477480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</a:t>
            </a:r>
            <a:endParaRPr/>
          </a:p>
        </p:txBody>
      </p:sp>
      <p:sp>
        <p:nvSpPr>
          <p:cNvPr id="532" name="Google Shape;532;p68"/>
          <p:cNvSpPr txBox="1"/>
          <p:nvPr>
            <p:ph type="title"/>
          </p:nvPr>
        </p:nvSpPr>
        <p:spPr>
          <a:xfrm>
            <a:off x="361975" y="988555"/>
            <a:ext cx="3860100" cy="30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b="1" lang="en"/>
              <a:t>LibraryPal</a:t>
            </a:r>
            <a:r>
              <a:rPr lang="en"/>
              <a:t>?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i="1" lang="en"/>
              <a:t>Website</a:t>
            </a:r>
            <a:r>
              <a:rPr lang="en"/>
              <a:t> that connects users with their local libraries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Help users </a:t>
            </a:r>
            <a:r>
              <a:rPr i="1" lang="en"/>
              <a:t>find, browse, request books</a:t>
            </a:r>
            <a:endParaRPr i="1"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Allow users to connect with a local library and leave reviews</a:t>
            </a:r>
            <a:endParaRPr/>
          </a:p>
        </p:txBody>
      </p:sp>
      <p:sp>
        <p:nvSpPr>
          <p:cNvPr id="533" name="Google Shape;533;p68"/>
          <p:cNvSpPr txBox="1"/>
          <p:nvPr>
            <p:ph idx="8" type="subTitle"/>
          </p:nvPr>
        </p:nvSpPr>
        <p:spPr>
          <a:xfrm>
            <a:off x="361975" y="732775"/>
            <a:ext cx="3860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- LIBRARY GOER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"/>
          <p:cNvSpPr/>
          <p:nvPr/>
        </p:nvSpPr>
        <p:spPr>
          <a:xfrm>
            <a:off x="4565475" y="732776"/>
            <a:ext cx="4578600" cy="127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4565475" y="2009342"/>
            <a:ext cx="4578600" cy="1276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69"/>
          <p:cNvSpPr/>
          <p:nvPr/>
        </p:nvSpPr>
        <p:spPr>
          <a:xfrm>
            <a:off x="4565475" y="3281209"/>
            <a:ext cx="4578600" cy="127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69"/>
          <p:cNvSpPr txBox="1"/>
          <p:nvPr>
            <p:ph idx="1" type="subTitle"/>
          </p:nvPr>
        </p:nvSpPr>
        <p:spPr>
          <a:xfrm>
            <a:off x="361975" y="2159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LibraryPal</a:t>
            </a:r>
            <a:endParaRPr/>
          </a:p>
        </p:txBody>
      </p:sp>
      <p:sp>
        <p:nvSpPr>
          <p:cNvPr id="543" name="Google Shape;543;p69"/>
          <p:cNvSpPr txBox="1"/>
          <p:nvPr>
            <p:ph idx="2" type="body"/>
          </p:nvPr>
        </p:nvSpPr>
        <p:spPr>
          <a:xfrm>
            <a:off x="4845475" y="1361025"/>
            <a:ext cx="39312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Provider Dashboard </a:t>
            </a:r>
            <a:r>
              <a:rPr lang="en"/>
              <a:t>- quick access to library information and activity.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My </a:t>
            </a:r>
            <a:r>
              <a:rPr b="1" lang="en"/>
              <a:t>Profile </a:t>
            </a:r>
            <a:r>
              <a:rPr lang="en"/>
              <a:t>- manage library/provider information and settings..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9"/>
          <p:cNvSpPr txBox="1"/>
          <p:nvPr>
            <p:ph idx="3" type="subTitle"/>
          </p:nvPr>
        </p:nvSpPr>
        <p:spPr>
          <a:xfrm>
            <a:off x="4845475" y="1028377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Provider Center</a:t>
            </a:r>
            <a:endParaRPr/>
          </a:p>
        </p:txBody>
      </p:sp>
      <p:sp>
        <p:nvSpPr>
          <p:cNvPr id="545" name="Google Shape;545;p69"/>
          <p:cNvSpPr txBox="1"/>
          <p:nvPr>
            <p:ph idx="4" type="body"/>
          </p:nvPr>
        </p:nvSpPr>
        <p:spPr>
          <a:xfrm>
            <a:off x="4845475" y="2595875"/>
            <a:ext cx="393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Manage Books</a:t>
            </a:r>
            <a:r>
              <a:rPr lang="en"/>
              <a:t> - add, edit, or remove books from the library collection.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Book Collection </a:t>
            </a:r>
            <a:r>
              <a:rPr lang="en"/>
              <a:t>- Keep track of books and keep users informed on </a:t>
            </a:r>
            <a:r>
              <a:rPr lang="en"/>
              <a:t>what</a:t>
            </a:r>
            <a:r>
              <a:rPr lang="en"/>
              <a:t> is available.</a:t>
            </a:r>
            <a:endParaRPr/>
          </a:p>
        </p:txBody>
      </p:sp>
      <p:sp>
        <p:nvSpPr>
          <p:cNvPr id="546" name="Google Shape;546;p69"/>
          <p:cNvSpPr txBox="1"/>
          <p:nvPr>
            <p:ph idx="5" type="subTitle"/>
          </p:nvPr>
        </p:nvSpPr>
        <p:spPr>
          <a:xfrm>
            <a:off x="4845475" y="2263215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Management</a:t>
            </a:r>
            <a:endParaRPr/>
          </a:p>
        </p:txBody>
      </p:sp>
      <p:sp>
        <p:nvSpPr>
          <p:cNvPr id="547" name="Google Shape;547;p69"/>
          <p:cNvSpPr txBox="1"/>
          <p:nvPr>
            <p:ph idx="6" type="body"/>
          </p:nvPr>
        </p:nvSpPr>
        <p:spPr>
          <a:xfrm>
            <a:off x="4845475" y="3870075"/>
            <a:ext cx="39312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Requests</a:t>
            </a:r>
            <a:r>
              <a:rPr lang="en"/>
              <a:t> - View </a:t>
            </a:r>
            <a:r>
              <a:rPr lang="en"/>
              <a:t>customer</a:t>
            </a:r>
            <a:r>
              <a:rPr lang="en"/>
              <a:t> book requests/donations and related information.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/>
              <a:t>View User Information</a:t>
            </a:r>
            <a:r>
              <a:rPr lang="en"/>
              <a:t> - view user ratings, reviews, and user history.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9"/>
          <p:cNvSpPr txBox="1"/>
          <p:nvPr>
            <p:ph idx="7" type="subTitle"/>
          </p:nvPr>
        </p:nvSpPr>
        <p:spPr>
          <a:xfrm>
            <a:off x="4845475" y="3537427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Service</a:t>
            </a:r>
            <a:endParaRPr/>
          </a:p>
        </p:txBody>
      </p:sp>
      <p:sp>
        <p:nvSpPr>
          <p:cNvPr id="549" name="Google Shape;549;p69"/>
          <p:cNvSpPr txBox="1"/>
          <p:nvPr>
            <p:ph type="title"/>
          </p:nvPr>
        </p:nvSpPr>
        <p:spPr>
          <a:xfrm>
            <a:off x="361975" y="988555"/>
            <a:ext cx="3860100" cy="4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b="1" lang="en"/>
              <a:t>LibraryPal?</a:t>
            </a:r>
            <a:r>
              <a:rPr lang="en"/>
              <a:t> 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i="1" lang="en"/>
              <a:t>Website</a:t>
            </a:r>
            <a:r>
              <a:rPr lang="en"/>
              <a:t> that connects local libraries with members of their community.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Help providers </a:t>
            </a:r>
            <a:r>
              <a:rPr i="1" lang="en"/>
              <a:t>manage books, services,</a:t>
            </a:r>
            <a:r>
              <a:rPr lang="en"/>
              <a:t> and </a:t>
            </a:r>
            <a:r>
              <a:rPr i="1" lang="en"/>
              <a:t>customer requests.</a:t>
            </a:r>
            <a:endParaRPr i="1"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Allow providers to</a:t>
            </a:r>
            <a:r>
              <a:rPr i="1" lang="en"/>
              <a:t> respond to customers</a:t>
            </a:r>
            <a:r>
              <a:rPr lang="en"/>
              <a:t> and </a:t>
            </a:r>
            <a:r>
              <a:rPr i="1" lang="en"/>
              <a:t>view feedback.</a:t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9"/>
          <p:cNvSpPr txBox="1"/>
          <p:nvPr>
            <p:ph idx="8" type="subTitle"/>
          </p:nvPr>
        </p:nvSpPr>
        <p:spPr>
          <a:xfrm>
            <a:off x="361975" y="732775"/>
            <a:ext cx="3860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PROVIDER - LIBRARY COORDINATOR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0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56" name="Google Shape;556;p70"/>
          <p:cNvSpPr txBox="1"/>
          <p:nvPr>
            <p:ph idx="1" type="subTitle"/>
          </p:nvPr>
        </p:nvSpPr>
        <p:spPr>
          <a:xfrm>
            <a:off x="451475" y="4500550"/>
            <a:ext cx="2497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